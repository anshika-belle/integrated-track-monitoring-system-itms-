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9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18499"/>
            <a:ext cx="8534400" cy="145298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603770" cy="4548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US" sz="2400" b="0" i="0" dirty="0">
                <a:solidFill>
                  <a:srgbClr val="212529"/>
                </a:solidFill>
                <a:effectLst/>
                <a:latin typeface="montserratregular"/>
              </a:rPr>
              <a:t>SIH25020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0" i="0" u="none" strike="noStrike" dirty="0">
                <a:effectLst/>
                <a:latin typeface="montserratregular"/>
              </a:rPr>
              <a:t>Development of indigenous contactless Integrated Track Monitoring Systems (ITMS) for Track Recording on Indian Railways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IronLogic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69560" y="687520"/>
            <a:ext cx="8190440" cy="80733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indigenous contactless Integrated Track Monitoring Systems (ITMS) for Track Recording on Indian Railways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24452" y="2604659"/>
            <a:ext cx="12191999" cy="4001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contactless system to check railway tracks using LiDAR, cameras, and sensors.</a:t>
            </a:r>
          </a:p>
          <a:p>
            <a:pPr algn="just"/>
            <a:b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Can be mounted on normal trains for continuous monitoring.</a:t>
            </a:r>
          </a:p>
          <a:p>
            <a:pPr algn="just"/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Uses AI + IoT to analyze data and detect problems early.</a:t>
            </a:r>
          </a:p>
          <a:p>
            <a:pPr algn="just"/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GPS mapping gives the exact location of faults.</a:t>
            </a:r>
          </a:p>
          <a:p>
            <a:pPr algn="just"/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Provides real-time alerts on a dashboard and mobile app.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072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IRONLOGIC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62242B-8D92-4619-9827-6DC2FEA0513C}"/>
              </a:ext>
            </a:extLst>
          </p:cNvPr>
          <p:cNvSpPr txBox="1"/>
          <p:nvPr/>
        </p:nvSpPr>
        <p:spPr>
          <a:xfrm>
            <a:off x="124452" y="2019088"/>
            <a:ext cx="6128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661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IRONLOGIC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184A71-C735-4162-B12B-171199750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17" y="1095375"/>
            <a:ext cx="10438543" cy="49055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200098"/>
            <a:ext cx="11547153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en-US" sz="3200" b="1" i="0" u="sng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Feasibility: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Sensor Integration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LiDAR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for high-resolution, contactless rail profile, wear, and infringement measurement (accuracy ≤1 mm).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IMU &amp; Accelerometers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for real-time vertical and lateral acceleration monitoring, ensuring compliance with EN 13848 ride comfort parameters.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GPS + Axle Encoder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for precise chainage mapping, location referencing, and synchronization of measurement data.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Real-time Data Acquisition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Sampling at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25 cm intervals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operable up to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200 km/h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under dynamic conditions.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Onboard server for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noise filtering, data fusion, and real-time analysis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/>
            <a:r>
              <a:rPr lang="en-US" sz="3200" b="1" u="sng" dirty="0">
                <a:solidFill>
                  <a:srgbClr val="002060"/>
                </a:solidFill>
                <a:latin typeface="Arial" panose="020B0604020202020204" pitchFamily="34" charset="0"/>
              </a:rPr>
              <a:t>Viability:</a:t>
            </a:r>
            <a:endParaRPr lang="en-US" sz="3200" b="1" i="0" u="sng" dirty="0"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Cost-effective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alternative to imported systems by using indigenous hardware &amp; modular open-source software.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Scalable &amp; Upgradable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Modular subsystems (track geometry, rail wear, video monitoring) allow phased implementation.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Maintainability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Standard off-the-shelf components with easy calibration and servicing.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2241" y="244062"/>
            <a:ext cx="178670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IRONLOGIC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44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1052" y="1913506"/>
            <a:ext cx="10764253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Contactless track monitoring for safer &amp; efficient operations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Safer journeys with reduced risk of derailments &amp; delays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Indigenous solution reducing reliance on costly foreign systems, supporting </a:t>
            </a:r>
            <a:r>
              <a:rPr lang="en-US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Atmanirbhar</a:t>
            </a: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Bharat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33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IRONLOGIC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603449-BD3B-8760-EF24-93DF23D76687}"/>
              </a:ext>
            </a:extLst>
          </p:cNvPr>
          <p:cNvSpPr txBox="1"/>
          <p:nvPr/>
        </p:nvSpPr>
        <p:spPr>
          <a:xfrm>
            <a:off x="786581" y="1396181"/>
            <a:ext cx="6636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Impacts:</a:t>
            </a:r>
            <a:endParaRPr lang="en-IN" sz="2800" b="1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82584-EF41-A0A6-2788-A1AAE5BCB1B4}"/>
              </a:ext>
            </a:extLst>
          </p:cNvPr>
          <p:cNvSpPr txBox="1"/>
          <p:nvPr/>
        </p:nvSpPr>
        <p:spPr>
          <a:xfrm>
            <a:off x="786581" y="3484900"/>
            <a:ext cx="6567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Benefits:</a:t>
            </a:r>
            <a:endParaRPr lang="en-IN" sz="2800" b="1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CC992-ABD2-AFA5-4E74-B5AE8E58C42A}"/>
              </a:ext>
            </a:extLst>
          </p:cNvPr>
          <p:cNvSpPr txBox="1"/>
          <p:nvPr/>
        </p:nvSpPr>
        <p:spPr>
          <a:xfrm>
            <a:off x="474018" y="4116631"/>
            <a:ext cx="10764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Reduced maintenance costs, fewer delays, reduced imports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to boost the local innovation &amp; employment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79836"/>
            <a:ext cx="9385300" cy="4611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 13848-1 &amp; 2: Railway applications – Track geometry quality.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RDSO Specification TM/IM/448, Rev. 1: 2023.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Xu et al.,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“Railway track inspection using LiDAR and IMU sensor fusion,”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IEEE Trans.                                   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Intell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Transp. Syst., 2021.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Indian Railways,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R&amp;D initiatives on Track Monitoring Systems,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RDSO, 2023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write the main title and one line for each point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New Indian Express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MillenniumPost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8670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IRONLOGIC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7644</TotalTime>
  <Words>461</Words>
  <Application>Microsoft Office PowerPoint</Application>
  <PresentationFormat>Widescreen</PresentationFormat>
  <Paragraphs>72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Garamond</vt:lpstr>
      <vt:lpstr>montserratregular</vt:lpstr>
      <vt:lpstr>Times New Roman</vt:lpstr>
      <vt:lpstr>TradeGothic</vt:lpstr>
      <vt:lpstr>Wingdings</vt:lpstr>
      <vt:lpstr>Office Theme</vt:lpstr>
      <vt:lpstr>SMART INDIA HACKATHON 2025</vt:lpstr>
      <vt:lpstr> Development of indigenous contactless Integrated Track Monitoring Systems (ITMS) for Track Recording on Indian Railways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Anshika Tripathi</cp:lastModifiedBy>
  <cp:revision>152</cp:revision>
  <dcterms:created xsi:type="dcterms:W3CDTF">2013-12-12T18:46:50Z</dcterms:created>
  <dcterms:modified xsi:type="dcterms:W3CDTF">2025-09-09T15:45:37Z</dcterms:modified>
  <cp:category/>
</cp:coreProperties>
</file>