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92" r:id="rId2"/>
    <p:sldId id="300" r:id="rId3"/>
    <p:sldId id="301" r:id="rId4"/>
    <p:sldId id="281" r:id="rId5"/>
    <p:sldId id="302" r:id="rId6"/>
    <p:sldId id="303" r:id="rId7"/>
    <p:sldId id="299" r:id="rId8"/>
    <p:sldId id="294" r:id="rId9"/>
    <p:sldId id="259" r:id="rId10"/>
    <p:sldId id="2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28" autoAdjust="0"/>
    <p:restoredTop sz="94660"/>
  </p:normalViewPr>
  <p:slideViewPr>
    <p:cSldViewPr snapToGrid="0">
      <p:cViewPr varScale="1">
        <p:scale>
          <a:sx n="66" d="100"/>
          <a:sy n="66" d="100"/>
        </p:scale>
        <p:origin x="5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56F883-679B-4602-9F80-A573CE6FAF20}" type="doc">
      <dgm:prSet loTypeId="urn:microsoft.com/office/officeart/2005/8/layout/list1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466C0AA9-5605-4B98-9D7E-94CC57A24F71}">
      <dgm:prSet phldrT="[Text]"/>
      <dgm:spPr/>
      <dgm:t>
        <a:bodyPr/>
        <a:lstStyle/>
        <a:p>
          <a:r>
            <a:rPr lang="en-US" dirty="0"/>
            <a:t>Modern contactless, precision monitoring</a:t>
          </a:r>
        </a:p>
      </dgm:t>
    </dgm:pt>
    <dgm:pt modelId="{4C727222-4D33-4A14-8FC0-9B9077239A55}" type="parTrans" cxnId="{53C41A9E-9924-4803-AE88-105E9EB91B92}">
      <dgm:prSet/>
      <dgm:spPr/>
      <dgm:t>
        <a:bodyPr/>
        <a:lstStyle/>
        <a:p>
          <a:endParaRPr lang="en-US"/>
        </a:p>
      </dgm:t>
    </dgm:pt>
    <dgm:pt modelId="{77DC58A1-4BA0-4A2F-B93A-7BE8CAF32486}" type="sibTrans" cxnId="{53C41A9E-9924-4803-AE88-105E9EB91B92}">
      <dgm:prSet/>
      <dgm:spPr/>
      <dgm:t>
        <a:bodyPr/>
        <a:lstStyle/>
        <a:p>
          <a:endParaRPr lang="en-US"/>
        </a:p>
      </dgm:t>
    </dgm:pt>
    <dgm:pt modelId="{0CA83293-D1AC-44C7-BF20-8774B07BC23B}">
      <dgm:prSet phldrT="[Text]"/>
      <dgm:spPr/>
      <dgm:t>
        <a:bodyPr/>
        <a:lstStyle/>
        <a:p>
          <a:r>
            <a:rPr lang="en-US" dirty="0"/>
            <a:t>Faster , more frequent inspections &amp; real time alerts</a:t>
          </a:r>
        </a:p>
      </dgm:t>
    </dgm:pt>
    <dgm:pt modelId="{5BFB315D-063D-4259-AFE0-637526BAC81B}" type="parTrans" cxnId="{E821905B-B967-440C-B131-CBC59ABBF22A}">
      <dgm:prSet/>
      <dgm:spPr/>
      <dgm:t>
        <a:bodyPr/>
        <a:lstStyle/>
        <a:p>
          <a:endParaRPr lang="en-US"/>
        </a:p>
      </dgm:t>
    </dgm:pt>
    <dgm:pt modelId="{2680DD07-DD53-4B3A-9A0D-99611E512690}" type="sibTrans" cxnId="{E821905B-B967-440C-B131-CBC59ABBF22A}">
      <dgm:prSet/>
      <dgm:spPr/>
      <dgm:t>
        <a:bodyPr/>
        <a:lstStyle/>
        <a:p>
          <a:endParaRPr lang="en-US"/>
        </a:p>
      </dgm:t>
    </dgm:pt>
    <dgm:pt modelId="{09BD6364-B40F-4A25-AFBD-95C61AEBC474}">
      <dgm:prSet phldrT="[Text]"/>
      <dgm:spPr/>
      <dgm:t>
        <a:bodyPr/>
        <a:lstStyle/>
        <a:p>
          <a:r>
            <a:rPr lang="en-US" dirty="0"/>
            <a:t>Comprehensive data &amp; integration</a:t>
          </a:r>
        </a:p>
      </dgm:t>
    </dgm:pt>
    <dgm:pt modelId="{4AB39BCC-CE72-43D8-BC7B-EFB5CB249CFB}" type="parTrans" cxnId="{5A59E4E3-AD0F-4D71-A205-DEB68E216F48}">
      <dgm:prSet/>
      <dgm:spPr/>
      <dgm:t>
        <a:bodyPr/>
        <a:lstStyle/>
        <a:p>
          <a:endParaRPr lang="en-US"/>
        </a:p>
      </dgm:t>
    </dgm:pt>
    <dgm:pt modelId="{677464CE-BC2D-4527-9CE5-75E9B093287D}" type="sibTrans" cxnId="{5A59E4E3-AD0F-4D71-A205-DEB68E216F48}">
      <dgm:prSet/>
      <dgm:spPr/>
      <dgm:t>
        <a:bodyPr/>
        <a:lstStyle/>
        <a:p>
          <a:endParaRPr lang="en-US"/>
        </a:p>
      </dgm:t>
    </dgm:pt>
    <dgm:pt modelId="{0CA9C305-FD21-4DDB-A3D4-71A8A240D158}">
      <dgm:prSet phldrT="[Text]"/>
      <dgm:spPr/>
      <dgm:t>
        <a:bodyPr/>
        <a:lstStyle/>
        <a:p>
          <a:r>
            <a:rPr lang="en-US" dirty="0"/>
            <a:t>Safety ,efficiency &amp; modernization benefits</a:t>
          </a:r>
        </a:p>
      </dgm:t>
    </dgm:pt>
    <dgm:pt modelId="{7016CB0F-148A-4AD4-A8D3-7DAAD803B931}" type="parTrans" cxnId="{663D97DA-9AD0-4B18-B828-15EACAE3B8B9}">
      <dgm:prSet/>
      <dgm:spPr/>
      <dgm:t>
        <a:bodyPr/>
        <a:lstStyle/>
        <a:p>
          <a:endParaRPr lang="en-US"/>
        </a:p>
      </dgm:t>
    </dgm:pt>
    <dgm:pt modelId="{E2AA4012-44EE-44FB-A344-E2CFE8AFEF22}" type="sibTrans" cxnId="{663D97DA-9AD0-4B18-B828-15EACAE3B8B9}">
      <dgm:prSet/>
      <dgm:spPr/>
      <dgm:t>
        <a:bodyPr/>
        <a:lstStyle/>
        <a:p>
          <a:endParaRPr lang="en-US"/>
        </a:p>
      </dgm:t>
    </dgm:pt>
    <dgm:pt modelId="{2ABBC553-8C05-4873-A1F6-8A4B54477D68}">
      <dgm:prSet phldrT="[Text]"/>
      <dgm:spPr/>
      <dgm:t>
        <a:bodyPr/>
        <a:lstStyle/>
        <a:p>
          <a:r>
            <a:rPr lang="en-US" dirty="0"/>
            <a:t>Indigenous development &amp;scale up</a:t>
          </a:r>
        </a:p>
      </dgm:t>
    </dgm:pt>
    <dgm:pt modelId="{23F32A34-C551-46FD-8151-F8CB5314C795}" type="parTrans" cxnId="{BE89C306-2A05-4808-929A-33C0D07002CA}">
      <dgm:prSet/>
      <dgm:spPr/>
      <dgm:t>
        <a:bodyPr/>
        <a:lstStyle/>
        <a:p>
          <a:endParaRPr lang="en-US"/>
        </a:p>
      </dgm:t>
    </dgm:pt>
    <dgm:pt modelId="{4FA75B20-80AE-4357-9E0A-8C26FA306D38}" type="sibTrans" cxnId="{BE89C306-2A05-4808-929A-33C0D07002CA}">
      <dgm:prSet/>
      <dgm:spPr/>
      <dgm:t>
        <a:bodyPr/>
        <a:lstStyle/>
        <a:p>
          <a:endParaRPr lang="en-US"/>
        </a:p>
      </dgm:t>
    </dgm:pt>
    <dgm:pt modelId="{A3BE5C91-9407-4D3D-BBB3-0A4AB218E2D5}" type="pres">
      <dgm:prSet presAssocID="{6056F883-679B-4602-9F80-A573CE6FAF20}" presName="linear" presStyleCnt="0">
        <dgm:presLayoutVars>
          <dgm:dir/>
          <dgm:animLvl val="lvl"/>
          <dgm:resizeHandles val="exact"/>
        </dgm:presLayoutVars>
      </dgm:prSet>
      <dgm:spPr/>
    </dgm:pt>
    <dgm:pt modelId="{5B0C44D8-8B9C-43CB-A56E-8810C37F695D}" type="pres">
      <dgm:prSet presAssocID="{466C0AA9-5605-4B98-9D7E-94CC57A24F71}" presName="parentLin" presStyleCnt="0"/>
      <dgm:spPr/>
    </dgm:pt>
    <dgm:pt modelId="{660FB6D4-0869-4336-A10E-123F468F3BE5}" type="pres">
      <dgm:prSet presAssocID="{466C0AA9-5605-4B98-9D7E-94CC57A24F71}" presName="parentLeftMargin" presStyleLbl="node1" presStyleIdx="0" presStyleCnt="5"/>
      <dgm:spPr/>
    </dgm:pt>
    <dgm:pt modelId="{6818D630-5891-4829-AE8C-4CB09925A169}" type="pres">
      <dgm:prSet presAssocID="{466C0AA9-5605-4B98-9D7E-94CC57A24F7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C3CD6DB-2981-4698-8A2D-C03BCADBA635}" type="pres">
      <dgm:prSet presAssocID="{466C0AA9-5605-4B98-9D7E-94CC57A24F71}" presName="negativeSpace" presStyleCnt="0"/>
      <dgm:spPr/>
    </dgm:pt>
    <dgm:pt modelId="{5812763E-DD02-458D-A693-5EE6B5F93F33}" type="pres">
      <dgm:prSet presAssocID="{466C0AA9-5605-4B98-9D7E-94CC57A24F71}" presName="childText" presStyleLbl="conFgAcc1" presStyleIdx="0" presStyleCnt="5" custLinFactY="-27973" custLinFactNeighborY="-100000">
        <dgm:presLayoutVars>
          <dgm:bulletEnabled val="1"/>
        </dgm:presLayoutVars>
      </dgm:prSet>
      <dgm:spPr/>
    </dgm:pt>
    <dgm:pt modelId="{F419A408-E738-4419-8F59-E01FEDBACFFC}" type="pres">
      <dgm:prSet presAssocID="{77DC58A1-4BA0-4A2F-B93A-7BE8CAF32486}" presName="spaceBetweenRectangles" presStyleCnt="0"/>
      <dgm:spPr/>
    </dgm:pt>
    <dgm:pt modelId="{28B8DCCF-3510-4BD6-9EE9-999317CB1282}" type="pres">
      <dgm:prSet presAssocID="{0CA83293-D1AC-44C7-BF20-8774B07BC23B}" presName="parentLin" presStyleCnt="0"/>
      <dgm:spPr/>
    </dgm:pt>
    <dgm:pt modelId="{EB6E5731-9D0D-453E-9EE0-A58BCC1EB506}" type="pres">
      <dgm:prSet presAssocID="{0CA83293-D1AC-44C7-BF20-8774B07BC23B}" presName="parentLeftMargin" presStyleLbl="node1" presStyleIdx="0" presStyleCnt="5"/>
      <dgm:spPr/>
    </dgm:pt>
    <dgm:pt modelId="{EFEDA315-E125-41C8-B5F9-1806D6CD9288}" type="pres">
      <dgm:prSet presAssocID="{0CA83293-D1AC-44C7-BF20-8774B07BC23B}" presName="parentText" presStyleLbl="node1" presStyleIdx="1" presStyleCnt="5" custLinFactNeighborX="11842" custLinFactNeighborY="-18502">
        <dgm:presLayoutVars>
          <dgm:chMax val="0"/>
          <dgm:bulletEnabled val="1"/>
        </dgm:presLayoutVars>
      </dgm:prSet>
      <dgm:spPr/>
    </dgm:pt>
    <dgm:pt modelId="{E740CFD7-1062-492F-835D-DB1626F97D08}" type="pres">
      <dgm:prSet presAssocID="{0CA83293-D1AC-44C7-BF20-8774B07BC23B}" presName="negativeSpace" presStyleCnt="0"/>
      <dgm:spPr/>
    </dgm:pt>
    <dgm:pt modelId="{D81F4591-61D4-4A5D-93B6-6E59ADCAF60D}" type="pres">
      <dgm:prSet presAssocID="{0CA83293-D1AC-44C7-BF20-8774B07BC23B}" presName="childText" presStyleLbl="conFgAcc1" presStyleIdx="1" presStyleCnt="5">
        <dgm:presLayoutVars>
          <dgm:bulletEnabled val="1"/>
        </dgm:presLayoutVars>
      </dgm:prSet>
      <dgm:spPr/>
    </dgm:pt>
    <dgm:pt modelId="{C126336E-4E22-488B-BFDA-FA35CA5C16F5}" type="pres">
      <dgm:prSet presAssocID="{2680DD07-DD53-4B3A-9A0D-99611E512690}" presName="spaceBetweenRectangles" presStyleCnt="0"/>
      <dgm:spPr/>
    </dgm:pt>
    <dgm:pt modelId="{67D51629-4705-4C24-9390-34396862B142}" type="pres">
      <dgm:prSet presAssocID="{09BD6364-B40F-4A25-AFBD-95C61AEBC474}" presName="parentLin" presStyleCnt="0"/>
      <dgm:spPr/>
    </dgm:pt>
    <dgm:pt modelId="{829057C4-DE4B-4F56-8176-E5739252A880}" type="pres">
      <dgm:prSet presAssocID="{09BD6364-B40F-4A25-AFBD-95C61AEBC474}" presName="parentLeftMargin" presStyleLbl="node1" presStyleIdx="1" presStyleCnt="5"/>
      <dgm:spPr/>
    </dgm:pt>
    <dgm:pt modelId="{5A571AC6-CEF4-451B-8C63-E04382906DBC}" type="pres">
      <dgm:prSet presAssocID="{09BD6364-B40F-4A25-AFBD-95C61AEBC474}" presName="parentText" presStyleLbl="node1" presStyleIdx="2" presStyleCnt="5" custLinFactNeighborX="9474" custLinFactNeighborY="-36160">
        <dgm:presLayoutVars>
          <dgm:chMax val="0"/>
          <dgm:bulletEnabled val="1"/>
        </dgm:presLayoutVars>
      </dgm:prSet>
      <dgm:spPr/>
    </dgm:pt>
    <dgm:pt modelId="{23F272E4-EEFE-4438-9B1B-0A1D3B31BD37}" type="pres">
      <dgm:prSet presAssocID="{09BD6364-B40F-4A25-AFBD-95C61AEBC474}" presName="negativeSpace" presStyleCnt="0"/>
      <dgm:spPr/>
    </dgm:pt>
    <dgm:pt modelId="{87CDE836-2DF0-4CAA-BF1B-C0DB0C8CD9CD}" type="pres">
      <dgm:prSet presAssocID="{09BD6364-B40F-4A25-AFBD-95C61AEBC474}" presName="childText" presStyleLbl="conFgAcc1" presStyleIdx="2" presStyleCnt="5">
        <dgm:presLayoutVars>
          <dgm:bulletEnabled val="1"/>
        </dgm:presLayoutVars>
      </dgm:prSet>
      <dgm:spPr/>
    </dgm:pt>
    <dgm:pt modelId="{4688D50C-E523-424E-B68F-B2BDBC453AA3}" type="pres">
      <dgm:prSet presAssocID="{677464CE-BC2D-4527-9CE5-75E9B093287D}" presName="spaceBetweenRectangles" presStyleCnt="0"/>
      <dgm:spPr/>
    </dgm:pt>
    <dgm:pt modelId="{F437138C-780E-40F8-90E2-13E273413286}" type="pres">
      <dgm:prSet presAssocID="{0CA9C305-FD21-4DDB-A3D4-71A8A240D158}" presName="parentLin" presStyleCnt="0"/>
      <dgm:spPr/>
    </dgm:pt>
    <dgm:pt modelId="{CA8E04DE-74D6-41B0-B287-B8D490BB41F3}" type="pres">
      <dgm:prSet presAssocID="{0CA9C305-FD21-4DDB-A3D4-71A8A240D158}" presName="parentLeftMargin" presStyleLbl="node1" presStyleIdx="2" presStyleCnt="5" custLinFactNeighborX="4737" custLinFactNeighborY="-97818"/>
      <dgm:spPr/>
    </dgm:pt>
    <dgm:pt modelId="{57CC9113-FA5B-48FF-B177-B857928E4552}" type="pres">
      <dgm:prSet presAssocID="{0CA9C305-FD21-4DDB-A3D4-71A8A240D158}" presName="parentText" presStyleLbl="node1" presStyleIdx="3" presStyleCnt="5" custLinFactNeighborX="-4737" custLinFactNeighborY="-35021">
        <dgm:presLayoutVars>
          <dgm:chMax val="0"/>
          <dgm:bulletEnabled val="1"/>
        </dgm:presLayoutVars>
      </dgm:prSet>
      <dgm:spPr/>
    </dgm:pt>
    <dgm:pt modelId="{A80D2852-B4BA-461F-9E5B-BE2147D65D91}" type="pres">
      <dgm:prSet presAssocID="{0CA9C305-FD21-4DDB-A3D4-71A8A240D158}" presName="negativeSpace" presStyleCnt="0"/>
      <dgm:spPr/>
    </dgm:pt>
    <dgm:pt modelId="{D3C58E31-E0C9-4E3E-9060-EF8EA25832FD}" type="pres">
      <dgm:prSet presAssocID="{0CA9C305-FD21-4DDB-A3D4-71A8A240D158}" presName="childText" presStyleLbl="conFgAcc1" presStyleIdx="3" presStyleCnt="5">
        <dgm:presLayoutVars>
          <dgm:bulletEnabled val="1"/>
        </dgm:presLayoutVars>
      </dgm:prSet>
      <dgm:spPr/>
    </dgm:pt>
    <dgm:pt modelId="{DE8C52E1-CC2D-4352-BAB9-C17146C01922}" type="pres">
      <dgm:prSet presAssocID="{E2AA4012-44EE-44FB-A344-E2CFE8AFEF22}" presName="spaceBetweenRectangles" presStyleCnt="0"/>
      <dgm:spPr/>
    </dgm:pt>
    <dgm:pt modelId="{AECF4C96-62F7-4146-8CB6-CD929D47703D}" type="pres">
      <dgm:prSet presAssocID="{2ABBC553-8C05-4873-A1F6-8A4B54477D68}" presName="parentLin" presStyleCnt="0"/>
      <dgm:spPr/>
    </dgm:pt>
    <dgm:pt modelId="{2648AAE8-9CAD-43D9-844D-7DB37896DA66}" type="pres">
      <dgm:prSet presAssocID="{2ABBC553-8C05-4873-A1F6-8A4B54477D68}" presName="parentLeftMargin" presStyleLbl="node1" presStyleIdx="3" presStyleCnt="5" custLinFactNeighborX="4737" custLinFactNeighborY="-97818"/>
      <dgm:spPr/>
    </dgm:pt>
    <dgm:pt modelId="{C2696DB9-7DDE-407C-8B5D-510A880C7DCA}" type="pres">
      <dgm:prSet presAssocID="{2ABBC553-8C05-4873-A1F6-8A4B54477D68}" presName="parentText" presStyleLbl="node1" presStyleIdx="4" presStyleCnt="5" custLinFactNeighborX="11842" custLinFactNeighborY="-24843">
        <dgm:presLayoutVars>
          <dgm:chMax val="0"/>
          <dgm:bulletEnabled val="1"/>
        </dgm:presLayoutVars>
      </dgm:prSet>
      <dgm:spPr/>
    </dgm:pt>
    <dgm:pt modelId="{66E050EA-8DC8-4144-903A-354D2A3A6FBF}" type="pres">
      <dgm:prSet presAssocID="{2ABBC553-8C05-4873-A1F6-8A4B54477D68}" presName="negativeSpace" presStyleCnt="0"/>
      <dgm:spPr/>
    </dgm:pt>
    <dgm:pt modelId="{573D96CC-679D-4ACB-BCA2-9AAF5EA37A82}" type="pres">
      <dgm:prSet presAssocID="{2ABBC553-8C05-4873-A1F6-8A4B54477D6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E89C306-2A05-4808-929A-33C0D07002CA}" srcId="{6056F883-679B-4602-9F80-A573CE6FAF20}" destId="{2ABBC553-8C05-4873-A1F6-8A4B54477D68}" srcOrd="4" destOrd="0" parTransId="{23F32A34-C551-46FD-8151-F8CB5314C795}" sibTransId="{4FA75B20-80AE-4357-9E0A-8C26FA306D38}"/>
    <dgm:cxn modelId="{F052B61A-889C-4B2C-A415-4D678C946C66}" type="presOf" srcId="{09BD6364-B40F-4A25-AFBD-95C61AEBC474}" destId="{829057C4-DE4B-4F56-8176-E5739252A880}" srcOrd="0" destOrd="0" presId="urn:microsoft.com/office/officeart/2005/8/layout/list1"/>
    <dgm:cxn modelId="{F2CF8922-A63D-45E6-9FCA-47FFE70BD41F}" type="presOf" srcId="{466C0AA9-5605-4B98-9D7E-94CC57A24F71}" destId="{660FB6D4-0869-4336-A10E-123F468F3BE5}" srcOrd="0" destOrd="0" presId="urn:microsoft.com/office/officeart/2005/8/layout/list1"/>
    <dgm:cxn modelId="{2EFA862E-B605-4061-9D4F-1F8EEF496133}" type="presOf" srcId="{09BD6364-B40F-4A25-AFBD-95C61AEBC474}" destId="{5A571AC6-CEF4-451B-8C63-E04382906DBC}" srcOrd="1" destOrd="0" presId="urn:microsoft.com/office/officeart/2005/8/layout/list1"/>
    <dgm:cxn modelId="{E821905B-B967-440C-B131-CBC59ABBF22A}" srcId="{6056F883-679B-4602-9F80-A573CE6FAF20}" destId="{0CA83293-D1AC-44C7-BF20-8774B07BC23B}" srcOrd="1" destOrd="0" parTransId="{5BFB315D-063D-4259-AFE0-637526BAC81B}" sibTransId="{2680DD07-DD53-4B3A-9A0D-99611E512690}"/>
    <dgm:cxn modelId="{1B56EA74-278D-4BB6-BE95-84DAA6C8F9F3}" type="presOf" srcId="{2ABBC553-8C05-4873-A1F6-8A4B54477D68}" destId="{2648AAE8-9CAD-43D9-844D-7DB37896DA66}" srcOrd="0" destOrd="0" presId="urn:microsoft.com/office/officeart/2005/8/layout/list1"/>
    <dgm:cxn modelId="{D563768F-A94E-499D-89A8-3ED50991AE47}" type="presOf" srcId="{0CA83293-D1AC-44C7-BF20-8774B07BC23B}" destId="{EFEDA315-E125-41C8-B5F9-1806D6CD9288}" srcOrd="1" destOrd="0" presId="urn:microsoft.com/office/officeart/2005/8/layout/list1"/>
    <dgm:cxn modelId="{53C41A9E-9924-4803-AE88-105E9EB91B92}" srcId="{6056F883-679B-4602-9F80-A573CE6FAF20}" destId="{466C0AA9-5605-4B98-9D7E-94CC57A24F71}" srcOrd="0" destOrd="0" parTransId="{4C727222-4D33-4A14-8FC0-9B9077239A55}" sibTransId="{77DC58A1-4BA0-4A2F-B93A-7BE8CAF32486}"/>
    <dgm:cxn modelId="{73AD6BA1-BCCF-462A-954A-574156BBE62C}" type="presOf" srcId="{2ABBC553-8C05-4873-A1F6-8A4B54477D68}" destId="{C2696DB9-7DDE-407C-8B5D-510A880C7DCA}" srcOrd="1" destOrd="0" presId="urn:microsoft.com/office/officeart/2005/8/layout/list1"/>
    <dgm:cxn modelId="{FA5025A8-C13D-4608-9AA0-8DC0832906D6}" type="presOf" srcId="{0CA9C305-FD21-4DDB-A3D4-71A8A240D158}" destId="{CA8E04DE-74D6-41B0-B287-B8D490BB41F3}" srcOrd="0" destOrd="0" presId="urn:microsoft.com/office/officeart/2005/8/layout/list1"/>
    <dgm:cxn modelId="{0A8C7BB2-84A3-4BF6-B41E-0DA0D5C329D2}" type="presOf" srcId="{0CA9C305-FD21-4DDB-A3D4-71A8A240D158}" destId="{57CC9113-FA5B-48FF-B177-B857928E4552}" srcOrd="1" destOrd="0" presId="urn:microsoft.com/office/officeart/2005/8/layout/list1"/>
    <dgm:cxn modelId="{B8B56CBC-3810-4A03-8B75-F8DE7DBCB432}" type="presOf" srcId="{466C0AA9-5605-4B98-9D7E-94CC57A24F71}" destId="{6818D630-5891-4829-AE8C-4CB09925A169}" srcOrd="1" destOrd="0" presId="urn:microsoft.com/office/officeart/2005/8/layout/list1"/>
    <dgm:cxn modelId="{FAC752D0-430E-4F34-89E6-A01643C9CFAB}" type="presOf" srcId="{6056F883-679B-4602-9F80-A573CE6FAF20}" destId="{A3BE5C91-9407-4D3D-BBB3-0A4AB218E2D5}" srcOrd="0" destOrd="0" presId="urn:microsoft.com/office/officeart/2005/8/layout/list1"/>
    <dgm:cxn modelId="{663D97DA-9AD0-4B18-B828-15EACAE3B8B9}" srcId="{6056F883-679B-4602-9F80-A573CE6FAF20}" destId="{0CA9C305-FD21-4DDB-A3D4-71A8A240D158}" srcOrd="3" destOrd="0" parTransId="{7016CB0F-148A-4AD4-A8D3-7DAAD803B931}" sibTransId="{E2AA4012-44EE-44FB-A344-E2CFE8AFEF22}"/>
    <dgm:cxn modelId="{0C280FE2-40D6-4AC8-AEF1-5B346DD50323}" type="presOf" srcId="{0CA83293-D1AC-44C7-BF20-8774B07BC23B}" destId="{EB6E5731-9D0D-453E-9EE0-A58BCC1EB506}" srcOrd="0" destOrd="0" presId="urn:microsoft.com/office/officeart/2005/8/layout/list1"/>
    <dgm:cxn modelId="{5A59E4E3-AD0F-4D71-A205-DEB68E216F48}" srcId="{6056F883-679B-4602-9F80-A573CE6FAF20}" destId="{09BD6364-B40F-4A25-AFBD-95C61AEBC474}" srcOrd="2" destOrd="0" parTransId="{4AB39BCC-CE72-43D8-BC7B-EFB5CB249CFB}" sibTransId="{677464CE-BC2D-4527-9CE5-75E9B093287D}"/>
    <dgm:cxn modelId="{1044DF22-953E-43E9-9808-4F6908236688}" type="presParOf" srcId="{A3BE5C91-9407-4D3D-BBB3-0A4AB218E2D5}" destId="{5B0C44D8-8B9C-43CB-A56E-8810C37F695D}" srcOrd="0" destOrd="0" presId="urn:microsoft.com/office/officeart/2005/8/layout/list1"/>
    <dgm:cxn modelId="{93E6DE15-3622-4D9A-AE6F-C5D95C9920F5}" type="presParOf" srcId="{5B0C44D8-8B9C-43CB-A56E-8810C37F695D}" destId="{660FB6D4-0869-4336-A10E-123F468F3BE5}" srcOrd="0" destOrd="0" presId="urn:microsoft.com/office/officeart/2005/8/layout/list1"/>
    <dgm:cxn modelId="{EC60BE4C-4335-49F7-92E5-099D4AF59A67}" type="presParOf" srcId="{5B0C44D8-8B9C-43CB-A56E-8810C37F695D}" destId="{6818D630-5891-4829-AE8C-4CB09925A169}" srcOrd="1" destOrd="0" presId="urn:microsoft.com/office/officeart/2005/8/layout/list1"/>
    <dgm:cxn modelId="{DBF9C6F9-3A8E-4063-B297-CFA876E80E81}" type="presParOf" srcId="{A3BE5C91-9407-4D3D-BBB3-0A4AB218E2D5}" destId="{FC3CD6DB-2981-4698-8A2D-C03BCADBA635}" srcOrd="1" destOrd="0" presId="urn:microsoft.com/office/officeart/2005/8/layout/list1"/>
    <dgm:cxn modelId="{F5995C19-FE04-4CFC-866F-7DF09F128ADA}" type="presParOf" srcId="{A3BE5C91-9407-4D3D-BBB3-0A4AB218E2D5}" destId="{5812763E-DD02-458D-A693-5EE6B5F93F33}" srcOrd="2" destOrd="0" presId="urn:microsoft.com/office/officeart/2005/8/layout/list1"/>
    <dgm:cxn modelId="{78B9C3C5-D18A-452F-8AD3-B5471B55080A}" type="presParOf" srcId="{A3BE5C91-9407-4D3D-BBB3-0A4AB218E2D5}" destId="{F419A408-E738-4419-8F59-E01FEDBACFFC}" srcOrd="3" destOrd="0" presId="urn:microsoft.com/office/officeart/2005/8/layout/list1"/>
    <dgm:cxn modelId="{D7F5FC56-7F03-42EE-AC73-32AC49CFCDA1}" type="presParOf" srcId="{A3BE5C91-9407-4D3D-BBB3-0A4AB218E2D5}" destId="{28B8DCCF-3510-4BD6-9EE9-999317CB1282}" srcOrd="4" destOrd="0" presId="urn:microsoft.com/office/officeart/2005/8/layout/list1"/>
    <dgm:cxn modelId="{B83093A2-6B84-426E-9A1E-5B24FD5096C8}" type="presParOf" srcId="{28B8DCCF-3510-4BD6-9EE9-999317CB1282}" destId="{EB6E5731-9D0D-453E-9EE0-A58BCC1EB506}" srcOrd="0" destOrd="0" presId="urn:microsoft.com/office/officeart/2005/8/layout/list1"/>
    <dgm:cxn modelId="{ACAB5DA8-9B30-4C85-B113-361F658882AF}" type="presParOf" srcId="{28B8DCCF-3510-4BD6-9EE9-999317CB1282}" destId="{EFEDA315-E125-41C8-B5F9-1806D6CD9288}" srcOrd="1" destOrd="0" presId="urn:microsoft.com/office/officeart/2005/8/layout/list1"/>
    <dgm:cxn modelId="{E88A38A0-7F81-424B-8CD5-4CA278AB4822}" type="presParOf" srcId="{A3BE5C91-9407-4D3D-BBB3-0A4AB218E2D5}" destId="{E740CFD7-1062-492F-835D-DB1626F97D08}" srcOrd="5" destOrd="0" presId="urn:microsoft.com/office/officeart/2005/8/layout/list1"/>
    <dgm:cxn modelId="{8556353E-02EE-414D-B30C-24A786886F0E}" type="presParOf" srcId="{A3BE5C91-9407-4D3D-BBB3-0A4AB218E2D5}" destId="{D81F4591-61D4-4A5D-93B6-6E59ADCAF60D}" srcOrd="6" destOrd="0" presId="urn:microsoft.com/office/officeart/2005/8/layout/list1"/>
    <dgm:cxn modelId="{D9CBF79C-DEF7-4358-A795-A210FCB66E6C}" type="presParOf" srcId="{A3BE5C91-9407-4D3D-BBB3-0A4AB218E2D5}" destId="{C126336E-4E22-488B-BFDA-FA35CA5C16F5}" srcOrd="7" destOrd="0" presId="urn:microsoft.com/office/officeart/2005/8/layout/list1"/>
    <dgm:cxn modelId="{7C00E129-C2A3-4DD0-85DF-F6EBEBB85ACB}" type="presParOf" srcId="{A3BE5C91-9407-4D3D-BBB3-0A4AB218E2D5}" destId="{67D51629-4705-4C24-9390-34396862B142}" srcOrd="8" destOrd="0" presId="urn:microsoft.com/office/officeart/2005/8/layout/list1"/>
    <dgm:cxn modelId="{F4E2EF7B-F054-4734-AE54-F8EF36D35C70}" type="presParOf" srcId="{67D51629-4705-4C24-9390-34396862B142}" destId="{829057C4-DE4B-4F56-8176-E5739252A880}" srcOrd="0" destOrd="0" presId="urn:microsoft.com/office/officeart/2005/8/layout/list1"/>
    <dgm:cxn modelId="{30A254E6-6CA0-4221-8AD9-D88172D84D14}" type="presParOf" srcId="{67D51629-4705-4C24-9390-34396862B142}" destId="{5A571AC6-CEF4-451B-8C63-E04382906DBC}" srcOrd="1" destOrd="0" presId="urn:microsoft.com/office/officeart/2005/8/layout/list1"/>
    <dgm:cxn modelId="{10B2E0B5-FD0B-4C36-B9A8-F21A51034BAD}" type="presParOf" srcId="{A3BE5C91-9407-4D3D-BBB3-0A4AB218E2D5}" destId="{23F272E4-EEFE-4438-9B1B-0A1D3B31BD37}" srcOrd="9" destOrd="0" presId="urn:microsoft.com/office/officeart/2005/8/layout/list1"/>
    <dgm:cxn modelId="{463FB263-A6F0-4C47-8EFA-CCC9EAD8DE39}" type="presParOf" srcId="{A3BE5C91-9407-4D3D-BBB3-0A4AB218E2D5}" destId="{87CDE836-2DF0-4CAA-BF1B-C0DB0C8CD9CD}" srcOrd="10" destOrd="0" presId="urn:microsoft.com/office/officeart/2005/8/layout/list1"/>
    <dgm:cxn modelId="{D7CC3964-EC59-4314-B363-C58BB6CCB03B}" type="presParOf" srcId="{A3BE5C91-9407-4D3D-BBB3-0A4AB218E2D5}" destId="{4688D50C-E523-424E-B68F-B2BDBC453AA3}" srcOrd="11" destOrd="0" presId="urn:microsoft.com/office/officeart/2005/8/layout/list1"/>
    <dgm:cxn modelId="{25F93C5A-075F-400F-9DCD-43A928D78780}" type="presParOf" srcId="{A3BE5C91-9407-4D3D-BBB3-0A4AB218E2D5}" destId="{F437138C-780E-40F8-90E2-13E273413286}" srcOrd="12" destOrd="0" presId="urn:microsoft.com/office/officeart/2005/8/layout/list1"/>
    <dgm:cxn modelId="{DDC6F4C5-083A-4962-B67D-CA4A912550BF}" type="presParOf" srcId="{F437138C-780E-40F8-90E2-13E273413286}" destId="{CA8E04DE-74D6-41B0-B287-B8D490BB41F3}" srcOrd="0" destOrd="0" presId="urn:microsoft.com/office/officeart/2005/8/layout/list1"/>
    <dgm:cxn modelId="{4A12D92E-8E14-4E5B-9440-38B84BC13541}" type="presParOf" srcId="{F437138C-780E-40F8-90E2-13E273413286}" destId="{57CC9113-FA5B-48FF-B177-B857928E4552}" srcOrd="1" destOrd="0" presId="urn:microsoft.com/office/officeart/2005/8/layout/list1"/>
    <dgm:cxn modelId="{4FA3DA3F-09EA-46D0-B7B8-21F79AE9BEAE}" type="presParOf" srcId="{A3BE5C91-9407-4D3D-BBB3-0A4AB218E2D5}" destId="{A80D2852-B4BA-461F-9E5B-BE2147D65D91}" srcOrd="13" destOrd="0" presId="urn:microsoft.com/office/officeart/2005/8/layout/list1"/>
    <dgm:cxn modelId="{A1BDA69A-9A6D-414D-B5B5-119B7215ABC5}" type="presParOf" srcId="{A3BE5C91-9407-4D3D-BBB3-0A4AB218E2D5}" destId="{D3C58E31-E0C9-4E3E-9060-EF8EA25832FD}" srcOrd="14" destOrd="0" presId="urn:microsoft.com/office/officeart/2005/8/layout/list1"/>
    <dgm:cxn modelId="{0321F6A8-D9AA-41D7-9AD4-5AFF8528165C}" type="presParOf" srcId="{A3BE5C91-9407-4D3D-BBB3-0A4AB218E2D5}" destId="{DE8C52E1-CC2D-4352-BAB9-C17146C01922}" srcOrd="15" destOrd="0" presId="urn:microsoft.com/office/officeart/2005/8/layout/list1"/>
    <dgm:cxn modelId="{5BD8BB2C-E997-4B85-B43A-B20CFCBF7B13}" type="presParOf" srcId="{A3BE5C91-9407-4D3D-BBB3-0A4AB218E2D5}" destId="{AECF4C96-62F7-4146-8CB6-CD929D47703D}" srcOrd="16" destOrd="0" presId="urn:microsoft.com/office/officeart/2005/8/layout/list1"/>
    <dgm:cxn modelId="{632E0D97-0ABF-403F-8290-F002C4214945}" type="presParOf" srcId="{AECF4C96-62F7-4146-8CB6-CD929D47703D}" destId="{2648AAE8-9CAD-43D9-844D-7DB37896DA66}" srcOrd="0" destOrd="0" presId="urn:microsoft.com/office/officeart/2005/8/layout/list1"/>
    <dgm:cxn modelId="{9203CA79-EEE3-43AE-BC0A-F4ACD77DE537}" type="presParOf" srcId="{AECF4C96-62F7-4146-8CB6-CD929D47703D}" destId="{C2696DB9-7DDE-407C-8B5D-510A880C7DCA}" srcOrd="1" destOrd="0" presId="urn:microsoft.com/office/officeart/2005/8/layout/list1"/>
    <dgm:cxn modelId="{27CBCBBD-D62E-479F-9120-90FC94751004}" type="presParOf" srcId="{A3BE5C91-9407-4D3D-BBB3-0A4AB218E2D5}" destId="{66E050EA-8DC8-4144-903A-354D2A3A6FBF}" srcOrd="17" destOrd="0" presId="urn:microsoft.com/office/officeart/2005/8/layout/list1"/>
    <dgm:cxn modelId="{FBA3E78C-1F0C-4BF2-AC27-7426868B9F81}" type="presParOf" srcId="{A3BE5C91-9407-4D3D-BBB3-0A4AB218E2D5}" destId="{573D96CC-679D-4ACB-BCA2-9AAF5EA37A82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2763E-DD02-458D-A693-5EE6B5F93F33}">
      <dsp:nvSpPr>
        <dsp:cNvPr id="0" name=""/>
        <dsp:cNvSpPr/>
      </dsp:nvSpPr>
      <dsp:spPr>
        <a:xfrm>
          <a:off x="0" y="330046"/>
          <a:ext cx="8128000" cy="478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18D630-5891-4829-AE8C-4CB09925A169}">
      <dsp:nvSpPr>
        <dsp:cNvPr id="0" name=""/>
        <dsp:cNvSpPr/>
      </dsp:nvSpPr>
      <dsp:spPr>
        <a:xfrm>
          <a:off x="406400" y="286141"/>
          <a:ext cx="5689600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Modern contactless, precision monitoring</a:t>
          </a:r>
        </a:p>
      </dsp:txBody>
      <dsp:txXfrm>
        <a:off x="433780" y="313521"/>
        <a:ext cx="5634840" cy="506120"/>
      </dsp:txXfrm>
    </dsp:sp>
    <dsp:sp modelId="{D81F4591-61D4-4A5D-93B6-6E59ADCAF60D}">
      <dsp:nvSpPr>
        <dsp:cNvPr id="0" name=""/>
        <dsp:cNvSpPr/>
      </dsp:nvSpPr>
      <dsp:spPr>
        <a:xfrm>
          <a:off x="0" y="1428421"/>
          <a:ext cx="8128000" cy="478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EDA315-E125-41C8-B5F9-1806D6CD9288}">
      <dsp:nvSpPr>
        <dsp:cNvPr id="0" name=""/>
        <dsp:cNvSpPr/>
      </dsp:nvSpPr>
      <dsp:spPr>
        <a:xfrm>
          <a:off x="454525" y="1044206"/>
          <a:ext cx="5689600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Faster , more frequent inspections &amp; real time alerts</a:t>
          </a:r>
        </a:p>
      </dsp:txBody>
      <dsp:txXfrm>
        <a:off x="481905" y="1071586"/>
        <a:ext cx="5634840" cy="506120"/>
      </dsp:txXfrm>
    </dsp:sp>
    <dsp:sp modelId="{87CDE836-2DF0-4CAA-BF1B-C0DB0C8CD9CD}">
      <dsp:nvSpPr>
        <dsp:cNvPr id="0" name=""/>
        <dsp:cNvSpPr/>
      </dsp:nvSpPr>
      <dsp:spPr>
        <a:xfrm>
          <a:off x="0" y="2290261"/>
          <a:ext cx="8128000" cy="478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571AC6-CEF4-451B-8C63-E04382906DBC}">
      <dsp:nvSpPr>
        <dsp:cNvPr id="0" name=""/>
        <dsp:cNvSpPr/>
      </dsp:nvSpPr>
      <dsp:spPr>
        <a:xfrm>
          <a:off x="444902" y="1807006"/>
          <a:ext cx="5689600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Comprehensive data &amp; integration</a:t>
          </a:r>
        </a:p>
      </dsp:txBody>
      <dsp:txXfrm>
        <a:off x="472282" y="1834386"/>
        <a:ext cx="5634840" cy="506120"/>
      </dsp:txXfrm>
    </dsp:sp>
    <dsp:sp modelId="{D3C58E31-E0C9-4E3E-9060-EF8EA25832FD}">
      <dsp:nvSpPr>
        <dsp:cNvPr id="0" name=""/>
        <dsp:cNvSpPr/>
      </dsp:nvSpPr>
      <dsp:spPr>
        <a:xfrm>
          <a:off x="0" y="3152101"/>
          <a:ext cx="8128000" cy="478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C9113-FA5B-48FF-B177-B857928E4552}">
      <dsp:nvSpPr>
        <dsp:cNvPr id="0" name=""/>
        <dsp:cNvSpPr/>
      </dsp:nvSpPr>
      <dsp:spPr>
        <a:xfrm>
          <a:off x="387148" y="2675235"/>
          <a:ext cx="5689600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Safety ,efficiency &amp; modernization benefits</a:t>
          </a:r>
        </a:p>
      </dsp:txBody>
      <dsp:txXfrm>
        <a:off x="414528" y="2702615"/>
        <a:ext cx="5634840" cy="506120"/>
      </dsp:txXfrm>
    </dsp:sp>
    <dsp:sp modelId="{573D96CC-679D-4ACB-BCA2-9AAF5EA37A82}">
      <dsp:nvSpPr>
        <dsp:cNvPr id="0" name=""/>
        <dsp:cNvSpPr/>
      </dsp:nvSpPr>
      <dsp:spPr>
        <a:xfrm>
          <a:off x="0" y="4013941"/>
          <a:ext cx="8128000" cy="478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696DB9-7DDE-407C-8B5D-510A880C7DCA}">
      <dsp:nvSpPr>
        <dsp:cNvPr id="0" name=""/>
        <dsp:cNvSpPr/>
      </dsp:nvSpPr>
      <dsp:spPr>
        <a:xfrm>
          <a:off x="454525" y="3594161"/>
          <a:ext cx="5689600" cy="5608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Indigenous development &amp;scale up</a:t>
          </a:r>
        </a:p>
      </dsp:txBody>
      <dsp:txXfrm>
        <a:off x="481905" y="3621541"/>
        <a:ext cx="5634840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619D4-A870-429F-B966-831BE01CCF14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FFF3F-F0C2-439F-9375-EDAF780651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22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0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650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4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12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08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7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46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97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8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2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60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18499"/>
            <a:ext cx="8534400" cy="1452983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8"/>
            <a:ext cx="10363200" cy="260320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b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6603770" cy="4548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Problem Statement ID -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12529"/>
                </a:solidFill>
                <a:effectLst/>
                <a:uLnTx/>
                <a:uFillTx/>
                <a:latin typeface="montserratregular"/>
                <a:ea typeface="ＭＳ Ｐゴシック" pitchFamily="1" charset="-128"/>
                <a:cs typeface="+mn-cs"/>
              </a:rPr>
              <a:t>SIH25020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Problem Statement Title-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regular"/>
                <a:ea typeface="ＭＳ Ｐゴシック" pitchFamily="1" charset="-128"/>
                <a:cs typeface="+mn-cs"/>
              </a:rPr>
              <a:t>Development of indigenous contactless Integrated Track Monitoring Systems (ITMS) for Track Recording on Indian Railways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Theme-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Smart Automation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PS Category-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Hardware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Team ID- </a:t>
            </a: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H35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Team Name -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IronLogic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33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IRONLOGIC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3E50EC-04EB-47CB-BF80-877FB40A6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628" y="1059580"/>
            <a:ext cx="8781143" cy="529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3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33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IRONLOGIC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089D1D7-EE8E-4299-B47D-85BA20C145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661" y="1095375"/>
            <a:ext cx="9846644" cy="522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72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882348" y="184666"/>
            <a:ext cx="6629400" cy="481256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0725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IRONLOGIC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62242B-8D92-4619-9827-6DC2FEA0513C}"/>
              </a:ext>
            </a:extLst>
          </p:cNvPr>
          <p:cNvSpPr txBox="1"/>
          <p:nvPr/>
        </p:nvSpPr>
        <p:spPr>
          <a:xfrm>
            <a:off x="3102634" y="157661"/>
            <a:ext cx="67387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316F08-EB4F-43F1-92AE-1ADF0EA43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737D38-37FF-44A9-92AD-C0B6911E3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84666"/>
            <a:ext cx="2372544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88481A-C0D6-4710-8683-B618CB435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36" y="1501153"/>
            <a:ext cx="11369421" cy="48536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HARDWARE : CIRCUITING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33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IRONLOGIC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AA1CD8-8E8A-40C9-AB31-53A619159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15" y="1095374"/>
            <a:ext cx="11807330" cy="522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592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HARDWARE : FLOWCHART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33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IRONLOGIC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0C1558-0162-4388-B555-8E59A8BD2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604" y="1059579"/>
            <a:ext cx="9144792" cy="494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89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 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200098"/>
            <a:ext cx="1154715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    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2241" y="244062"/>
            <a:ext cx="178670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IRONLOGIC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8B39091-0A22-4C07-B546-E6E32AA73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4923" y="1484791"/>
            <a:ext cx="301686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C139645-53F7-45EE-B55A-BD3786FAC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17" y="1095375"/>
            <a:ext cx="10438543" cy="490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41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333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IRONLOGIC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2C1DB18-D53A-46FD-B9CC-DAFD41039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8182154"/>
              </p:ext>
            </p:extLst>
          </p:nvPr>
        </p:nvGraphicFramePr>
        <p:xfrm>
          <a:off x="2032000" y="1359451"/>
          <a:ext cx="8128000" cy="47788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609600" y="1383199"/>
            <a:ext cx="9385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9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1" name="Google Shape;131;p4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1304038"/>
            <a:ext cx="9980051" cy="472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4"/>
          <p:cNvPicPr preferRelativeResize="0"/>
          <p:nvPr/>
        </p:nvPicPr>
        <p:blipFill rotWithShape="1">
          <a:blip r:embed="rId5">
            <a:alphaModFix/>
          </a:blip>
          <a:srcRect l="1250" r="-1249"/>
          <a:stretch/>
        </p:blipFill>
        <p:spPr>
          <a:xfrm>
            <a:off x="4166700" y="2576075"/>
            <a:ext cx="6422951" cy="12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 txBox="1"/>
          <p:nvPr/>
        </p:nvSpPr>
        <p:spPr>
          <a:xfrm>
            <a:off x="4329600" y="2770700"/>
            <a:ext cx="5665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 alerts for safer train operations.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479836"/>
            <a:ext cx="9385300" cy="4611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 13848-1 &amp; 2: Railway applications – Track geometry quality.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RDSO Specification TM/IM/448, Rev. 1: 2023.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Xu et al.,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“Railway track inspection using LiDAR and IMU sensor fusion,”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IEEE Trans.                                   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Intell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Transp. Syst., 2021.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Indian Railways,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R&amp;D initiatives on Track Monitoring Systems,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RDSO, 2023</a:t>
            </a:r>
            <a:b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write the main title and one line for each point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New Indian Express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MillenniumPost</a:t>
            </a:r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Introduction of 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Track Inspection Technology in Indian Railways-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Integrated Track Monitoring System(ITMS)- New TRC </a:t>
            </a:r>
          </a:p>
          <a:p>
            <a:pPr algn="l" rtl="0">
              <a:lnSpc>
                <a:spcPct val="150000"/>
              </a:lnSpc>
              <a:buFont typeface="+mj-lt"/>
              <a:buAutoNum type="arabicPeriod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8670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IRONLOGIC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284</Words>
  <Application>Microsoft Office PowerPoint</Application>
  <PresentationFormat>Widescreen</PresentationFormat>
  <Paragraphs>73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Garamond</vt:lpstr>
      <vt:lpstr>montserratregular</vt:lpstr>
      <vt:lpstr>Oswald</vt:lpstr>
      <vt:lpstr>Times New Roman</vt:lpstr>
      <vt:lpstr>TradeGothic</vt:lpstr>
      <vt:lpstr>1_Office Theme</vt:lpstr>
      <vt:lpstr>SMART INDIA HACKATHON 2025 </vt:lpstr>
      <vt:lpstr>INTRODUCTION</vt:lpstr>
      <vt:lpstr>PROBLEM STATEMENT</vt:lpstr>
      <vt:lpstr> </vt:lpstr>
      <vt:lpstr>HARDWARE : CIRCUITING</vt:lpstr>
      <vt:lpstr>HARDWARE : FLOWCHART</vt:lpstr>
      <vt:lpstr>TECHNICAL APPROACH </vt:lpstr>
      <vt:lpstr>CONCLUSION</vt:lpstr>
      <vt:lpstr>FUTURE SCOPE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2025</dc:title>
  <dc:creator>Anshika Tripathi</dc:creator>
  <cp:lastModifiedBy>Anshika Tripathi</cp:lastModifiedBy>
  <cp:revision>10</cp:revision>
  <dcterms:created xsi:type="dcterms:W3CDTF">2025-09-16T10:36:24Z</dcterms:created>
  <dcterms:modified xsi:type="dcterms:W3CDTF">2025-09-17T16:56:32Z</dcterms:modified>
</cp:coreProperties>
</file>